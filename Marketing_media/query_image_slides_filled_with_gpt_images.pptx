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2" r:id="rId23"/>
    <p:sldId id="257" r:id="rId8"/>
    <p:sldId id="273" r:id="rId24"/>
    <p:sldId id="258" r:id="rId9"/>
    <p:sldId id="274" r:id="rId25"/>
    <p:sldId id="259" r:id="rId10"/>
    <p:sldId id="275" r:id="rId26"/>
    <p:sldId id="260" r:id="rId11"/>
    <p:sldId id="276" r:id="rId27"/>
    <p:sldId id="261" r:id="rId12"/>
    <p:sldId id="277" r:id="rId28"/>
    <p:sldId id="262" r:id="rId13"/>
    <p:sldId id="278" r:id="rId29"/>
    <p:sldId id="263" r:id="rId14"/>
    <p:sldId id="279" r:id="rId30"/>
    <p:sldId id="264" r:id="rId15"/>
    <p:sldId id="280" r:id="rId31"/>
    <p:sldId id="265" r:id="rId16"/>
    <p:sldId id="281" r:id="rId32"/>
    <p:sldId id="266" r:id="rId17"/>
    <p:sldId id="282" r:id="rId33"/>
    <p:sldId id="267" r:id="rId18"/>
    <p:sldId id="283" r:id="rId34"/>
    <p:sldId id="268" r:id="rId19"/>
    <p:sldId id="284" r:id="rId35"/>
    <p:sldId id="269" r:id="rId20"/>
    <p:sldId id="285" r:id="rId36"/>
    <p:sldId id="270" r:id="rId21"/>
    <p:sldId id="286" r:id="rId37"/>
    <p:sldId id="271" r:id="rId22"/>
    <p:sldId id="287" r:id="rId3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单词</a:t>
            </a:r>
          </a:p>
        </p:txBody>
      </p:sp>
      <p:pic>
        <p:nvPicPr>
          <p:cNvPr id="3" name="Picture 2" descr="danci-phon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940" y="1444752"/>
            <a:ext cx="2424223" cy="4343400"/>
          </a:xfrm>
          <a:prstGeom prst="rect">
            <a:avLst/>
          </a:prstGeom>
        </p:spPr>
      </p:pic>
      <p:pic>
        <p:nvPicPr>
          <p:cNvPr id="4" name="Picture 3" descr="danci-vocab-fix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danci-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31888"/>
            <a:ext cx="4343400" cy="23691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400" b="0">
                <a:solidFill>
                  <a:srgbClr val="000000"/>
                </a:solidFill>
                <a:latin typeface="Arial"/>
              </a:rPr>
              <a:t>homophones and homonyms</a:t>
            </a:r>
          </a:p>
        </p:txBody>
      </p:sp>
      <p:pic>
        <p:nvPicPr>
          <p:cNvPr id="3" name="Picture 2" descr="homophones-1-english-grammar-wordlist-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39" y="1920655"/>
            <a:ext cx="6217920" cy="3391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家居装饰</a:t>
            </a:r>
          </a:p>
        </p:txBody>
      </p:sp>
      <p:pic>
        <p:nvPicPr>
          <p:cNvPr id="3" name="Picture 2" descr="home-decor-3-media-theme-wallpaper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606065"/>
            <a:ext cx="2697480" cy="4020772"/>
          </a:xfrm>
          <a:prstGeom prst="rect">
            <a:avLst/>
          </a:prstGeom>
        </p:spPr>
      </p:pic>
      <p:pic>
        <p:nvPicPr>
          <p:cNvPr id="4" name="Picture 3" descr="home-decor-2-home-lifestyle-guide-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home-decor-1-houseplant-care-guide-infograph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31888"/>
            <a:ext cx="4343400" cy="2369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400" b="0">
                <a:solidFill>
                  <a:srgbClr val="000000"/>
                </a:solidFill>
                <a:latin typeface="Arial"/>
              </a:rPr>
              <a:t>趣味经济学知识科普</a:t>
            </a:r>
          </a:p>
        </p:txBody>
      </p:sp>
      <p:pic>
        <p:nvPicPr>
          <p:cNvPr id="3" name="Picture 2" descr="fun-econ-1-weird-cold-knowledge-popular-science-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940" y="1444752"/>
            <a:ext cx="2424223" cy="4343400"/>
          </a:xfrm>
          <a:prstGeom prst="rect">
            <a:avLst/>
          </a:prstGeom>
        </p:spPr>
      </p:pic>
      <p:pic>
        <p:nvPicPr>
          <p:cNvPr id="4" name="Picture 3" descr="fun-econ-2-edu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fun-econ-3-hotspot-c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31888"/>
            <a:ext cx="4343400" cy="2369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chiikawa</a:t>
            </a:r>
          </a:p>
        </p:txBody>
      </p:sp>
      <p:pic>
        <p:nvPicPr>
          <p:cNvPr id="3" name="Picture 2" descr="chiikawa-2-fandom-character-grid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606065"/>
            <a:ext cx="2697480" cy="4020772"/>
          </a:xfrm>
          <a:prstGeom prst="rect">
            <a:avLst/>
          </a:prstGeom>
        </p:spPr>
      </p:pic>
      <p:pic>
        <p:nvPicPr>
          <p:cNvPr id="4" name="Picture 3" descr="chiikawa-1-mbti-gener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chiikawa-3-celebrity-movie-group-po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31888"/>
            <a:ext cx="4343400" cy="2369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400" b="0">
                <a:solidFill>
                  <a:srgbClr val="000000"/>
                </a:solidFill>
                <a:latin typeface="Arial"/>
              </a:rPr>
              <a:t>cozy reading aesthetic</a:t>
            </a:r>
          </a:p>
        </p:txBody>
      </p:sp>
      <p:pic>
        <p:nvPicPr>
          <p:cNvPr id="3" name="Picture 2" descr="cozy-reading-2-animation-studio-comparison-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940" y="1444752"/>
            <a:ext cx="2424223" cy="4343400"/>
          </a:xfrm>
          <a:prstGeom prst="rect">
            <a:avLst/>
          </a:prstGeom>
        </p:spPr>
      </p:pic>
      <p:pic>
        <p:nvPicPr>
          <p:cNvPr id="4" name="Picture 3" descr="cozy-reading-3-lifestyle-watercolor-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172" y="1444752"/>
            <a:ext cx="2424223" cy="4343400"/>
          </a:xfrm>
          <a:prstGeom prst="rect">
            <a:avLst/>
          </a:prstGeom>
        </p:spPr>
      </p:pic>
      <p:pic>
        <p:nvPicPr>
          <p:cNvPr id="5" name="Picture 4" descr="cozy-reading-1-watercolor-theme-collage-illustr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31888"/>
            <a:ext cx="4343400" cy="2369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400" b="0">
                <a:solidFill>
                  <a:srgbClr val="000000"/>
                </a:solidFill>
                <a:latin typeface="Arial"/>
              </a:rPr>
              <a:t>remote destination</a:t>
            </a:r>
          </a:p>
        </p:txBody>
      </p:sp>
      <p:pic>
        <p:nvPicPr>
          <p:cNvPr id="3" name="Picture 2" descr="remote-dest-2-3d-region-landmark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606065"/>
            <a:ext cx="2697480" cy="4020772"/>
          </a:xfrm>
          <a:prstGeom prst="rect">
            <a:avLst/>
          </a:prstGeom>
        </p:spPr>
      </p:pic>
      <p:pic>
        <p:nvPicPr>
          <p:cNvPr id="4" name="Picture 3" descr="remote-dest-3-series-trav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remote-dest-1-trav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994916"/>
            <a:ext cx="434340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paper cutting</a:t>
            </a:r>
          </a:p>
        </p:txBody>
      </p:sp>
      <p:pic>
        <p:nvPicPr>
          <p:cNvPr id="3" name="Picture 2" descr="paper-cutting-1-east-asian-culture-comparison-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89" y="1513332"/>
            <a:ext cx="2347668" cy="4206240"/>
          </a:xfrm>
          <a:prstGeom prst="rect">
            <a:avLst/>
          </a:prstGeom>
        </p:spPr>
      </p:pic>
      <p:pic>
        <p:nvPicPr>
          <p:cNvPr id="4" name="Picture 3" descr="paper-cutting-2-solar-te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906" y="1582420"/>
            <a:ext cx="2852928" cy="4068064"/>
          </a:xfrm>
          <a:prstGeom prst="rect">
            <a:avLst/>
          </a:prstGeom>
        </p:spPr>
      </p:pic>
      <p:pic>
        <p:nvPicPr>
          <p:cNvPr id="5" name="Picture 4" descr="paper-cutting-3-intangible-herit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882" y="1582420"/>
            <a:ext cx="2852928" cy="4068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400" b="0">
                <a:solidFill>
                  <a:srgbClr val="000000"/>
                </a:solidFill>
                <a:latin typeface="Arial"/>
              </a:rPr>
              <a:t>cuban sandwich recipe poster</a:t>
            </a:r>
          </a:p>
        </p:txBody>
      </p:sp>
      <p:pic>
        <p:nvPicPr>
          <p:cNvPr id="3" name="Picture 2" descr="cuban-sandwich-1-cuisine-food-vocab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89" y="1513332"/>
            <a:ext cx="2347668" cy="4206240"/>
          </a:xfrm>
          <a:prstGeom prst="rect">
            <a:avLst/>
          </a:prstGeom>
        </p:spPr>
      </p:pic>
      <p:pic>
        <p:nvPicPr>
          <p:cNvPr id="4" name="Picture 3" descr="cuban-sandwich-2-varieties-food-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906" y="1706009"/>
            <a:ext cx="2852928" cy="3820885"/>
          </a:xfrm>
          <a:prstGeom prst="rect">
            <a:avLst/>
          </a:prstGeom>
        </p:spPr>
      </p:pic>
      <p:pic>
        <p:nvPicPr>
          <p:cNvPr id="5" name="Picture 4" descr="cuban-sandwich-3-foo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882" y="1706009"/>
            <a:ext cx="2852928" cy="3820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Arial"/>
              </a:rPr>
              <a:t>marvel mbti character chart 16 types</a:t>
            </a:r>
          </a:p>
        </p:txBody>
      </p:sp>
      <p:pic>
        <p:nvPicPr>
          <p:cNvPr id="3" name="Picture 2" descr="marvel-mbti-3-personality-choice-quiz-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036" y="1444752"/>
            <a:ext cx="291392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植物</a:t>
            </a:r>
          </a:p>
        </p:txBody>
      </p:sp>
      <p:pic>
        <p:nvPicPr>
          <p:cNvPr id="3" name="Picture 2" descr="zhiwu-1-species-sc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810103"/>
            <a:ext cx="2697480" cy="3612696"/>
          </a:xfrm>
          <a:prstGeom prst="rect">
            <a:avLst/>
          </a:prstGeom>
        </p:spPr>
      </p:pic>
      <p:pic>
        <p:nvPicPr>
          <p:cNvPr id="4" name="Picture 3" descr="zhiwu-2-speci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zhiwu-3-weird-science-facts-infograph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31888"/>
            <a:ext cx="4343400" cy="23691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400" b="0">
                <a:solidFill>
                  <a:srgbClr val="000000"/>
                </a:solidFill>
                <a:latin typeface="Arial"/>
              </a:rPr>
              <a:t>historical character</a:t>
            </a:r>
          </a:p>
        </p:txBody>
      </p:sp>
      <p:pic>
        <p:nvPicPr>
          <p:cNvPr id="3" name="Picture 2" descr="hist-char-1-mbti-gener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810103"/>
            <a:ext cx="2697480" cy="3612696"/>
          </a:xfrm>
          <a:prstGeom prst="rect">
            <a:avLst/>
          </a:prstGeom>
        </p:spPr>
      </p:pic>
      <p:pic>
        <p:nvPicPr>
          <p:cNvPr id="4" name="Picture 3" descr="hist-char-3-character-compari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hist-char-2-guofeng-sc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695124"/>
            <a:ext cx="4343400" cy="1842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香薰</a:t>
            </a:r>
          </a:p>
        </p:txBody>
      </p:sp>
      <p:pic>
        <p:nvPicPr>
          <p:cNvPr id="3" name="Picture 2" descr="xiangxun-1-herb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606065"/>
            <a:ext cx="2697480" cy="4020772"/>
          </a:xfrm>
          <a:prstGeom prst="rect">
            <a:avLst/>
          </a:prstGeom>
        </p:spPr>
      </p:pic>
      <p:pic>
        <p:nvPicPr>
          <p:cNvPr id="4" name="Picture 3" descr="xiangxun-2-interior-design-mood-board-genera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10103"/>
            <a:ext cx="2697480" cy="3612696"/>
          </a:xfrm>
          <a:prstGeom prst="rect">
            <a:avLst/>
          </a:prstGeom>
        </p:spPr>
      </p:pic>
      <p:pic>
        <p:nvPicPr>
          <p:cNvPr id="5" name="Picture 4" descr="xiangxun-3-lifestyle-info-c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04340"/>
            <a:ext cx="4343400" cy="2424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met gala</a:t>
            </a:r>
          </a:p>
        </p:txBody>
      </p:sp>
      <p:pic>
        <p:nvPicPr>
          <p:cNvPr id="3" name="Picture 2" descr="met-gala-1-fashion-before-after-outfit-annotation-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" y="2622831"/>
            <a:ext cx="3560472" cy="1987240"/>
          </a:xfrm>
          <a:prstGeom prst="rect">
            <a:avLst/>
          </a:prstGeom>
        </p:spPr>
      </p:pic>
      <p:pic>
        <p:nvPicPr>
          <p:cNvPr id="4" name="Picture 3" descr="met-gala-2-fashion-inspired-gown-design-she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00" y="2645413"/>
            <a:ext cx="3560472" cy="1942076"/>
          </a:xfrm>
          <a:prstGeom prst="rect">
            <a:avLst/>
          </a:prstGeom>
        </p:spPr>
      </p:pic>
      <p:pic>
        <p:nvPicPr>
          <p:cNvPr id="5" name="Picture 4" descr="met-gala-3-lifestyle-photo-gr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221" y="2143152"/>
            <a:ext cx="2946598" cy="29465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Arial"/>
              </a:rPr>
              <a:t>infj vs entp dating compatibility chart</a:t>
            </a:r>
          </a:p>
        </p:txBody>
      </p:sp>
      <p:pic>
        <p:nvPicPr>
          <p:cNvPr id="3" name="Picture 2" descr="infj-entp-1-mbti-personality-compatibility-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99" y="1444752"/>
            <a:ext cx="43434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841480" cy="7772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证件照</a:t>
            </a:r>
          </a:p>
        </p:txBody>
      </p:sp>
      <p:pic>
        <p:nvPicPr>
          <p:cNvPr id="3" name="Picture 2" descr="id-photo-1-lifestyle-photo-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39" y="1920655"/>
            <a:ext cx="6217920" cy="3391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单词-gpt</a:t>
            </a:r>
          </a:p>
        </p:txBody>
      </p:sp>
      <p:pic>
        <p:nvPicPr>
          <p:cNvPr id="3" name="Picture 2" descr="a_clean_minimal_graphic_typography_image_on_a_w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44" y="932688"/>
            <a:ext cx="5696711" cy="56967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homophones and homonyms-gpt</a:t>
            </a:r>
          </a:p>
        </p:txBody>
      </p:sp>
      <p:pic>
        <p:nvPicPr>
          <p:cNvPr id="3" name="Picture 2" descr="a_clean_educational_infographic_poster_split_i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65" y="932688"/>
            <a:ext cx="854506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家居装饰-gpt</a:t>
            </a:r>
          </a:p>
        </p:txBody>
      </p:sp>
      <p:pic>
        <p:nvPicPr>
          <p:cNvPr id="3" name="Picture 2" descr="a_wide_well_lit_modern_cozy_living_room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24" y="932688"/>
            <a:ext cx="7118351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趣味经济学知识科普-gpt</a:t>
            </a:r>
          </a:p>
        </p:txBody>
      </p:sp>
      <p:pic>
        <p:nvPicPr>
          <p:cNvPr id="3" name="Picture 2" descr="a_colorful_infographic_poster_in_chinese_about_f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502" y="932688"/>
            <a:ext cx="4558994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chiikawa-gpt</a:t>
            </a:r>
          </a:p>
        </p:txBody>
      </p:sp>
      <p:pic>
        <p:nvPicPr>
          <p:cNvPr id="3" name="Picture 2" descr="dreamy_pastel_night_with_cozy_vib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44" y="932688"/>
            <a:ext cx="5696711" cy="56967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cozy reading aesthetic-gpt</a:t>
            </a:r>
          </a:p>
        </p:txBody>
      </p:sp>
      <p:pic>
        <p:nvPicPr>
          <p:cNvPr id="3" name="Picture 2" descr="cozy_nook_by_the_rainy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502" y="932688"/>
            <a:ext cx="4558994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remote destination-gpt</a:t>
            </a:r>
          </a:p>
        </p:txBody>
      </p:sp>
      <p:pic>
        <p:nvPicPr>
          <p:cNvPr id="3" name="Picture 2" descr="a_wide_cinematic_landscape_scene_a_remote_mo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24" y="932688"/>
            <a:ext cx="7118351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paper cutting-gpt</a:t>
            </a:r>
          </a:p>
        </p:txBody>
      </p:sp>
      <p:pic>
        <p:nvPicPr>
          <p:cNvPr id="3" name="Picture 2" descr="a_detailed_paper_cut_art_illustration_pap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171" y="932688"/>
            <a:ext cx="6771656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cuban sandwich recipe poster-gpt</a:t>
            </a:r>
          </a:p>
        </p:txBody>
      </p:sp>
      <p:pic>
        <p:nvPicPr>
          <p:cNvPr id="3" name="Picture 2" descr="a_warm_vintage_recipe_poster_infographic._ov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502" y="932688"/>
            <a:ext cx="4558994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marvel mbti character chart 16 types-gpt</a:t>
            </a:r>
          </a:p>
        </p:txBody>
      </p:sp>
      <p:pic>
        <p:nvPicPr>
          <p:cNvPr id="3" name="Picture 2" descr="marvel_mbti_character_chart_16_type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5" y="932688"/>
            <a:ext cx="379780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植物-gpt</a:t>
            </a:r>
          </a:p>
        </p:txBody>
      </p:sp>
      <p:pic>
        <p:nvPicPr>
          <p:cNvPr id="3" name="Picture 2" descr="a_clean_infographic_poster_a_flat_illustrated_p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5" y="932688"/>
            <a:ext cx="379780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historical character-gpt</a:t>
            </a:r>
          </a:p>
        </p:txBody>
      </p:sp>
      <p:pic>
        <p:nvPicPr>
          <p:cNvPr id="3" name="Picture 2" descr="a_clean_infographic_poster_chart_in_a_vintage_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65" y="932688"/>
            <a:ext cx="854506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香薰-gpt</a:t>
            </a:r>
          </a:p>
        </p:txBody>
      </p:sp>
      <p:pic>
        <p:nvPicPr>
          <p:cNvPr id="3" name="Picture 2" descr="a_clean_soft_infographic_poster_guide_about_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65" y="932688"/>
            <a:ext cx="854506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met gala-gpt</a:t>
            </a:r>
          </a:p>
        </p:txBody>
      </p:sp>
      <p:pic>
        <p:nvPicPr>
          <p:cNvPr id="3" name="Picture 2" descr="a_detailed_infographic_poster_image_about_the_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5" y="932688"/>
            <a:ext cx="379780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infj vs entp dating compatibility chart-gpt</a:t>
            </a:r>
          </a:p>
        </p:txBody>
      </p:sp>
      <p:pic>
        <p:nvPicPr>
          <p:cNvPr id="3" name="Picture 2" descr="a_clean_infographic_poster_chart_style_image_f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5" y="932688"/>
            <a:ext cx="3797808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109728"/>
            <a:ext cx="118628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Microsoft YaHei"/>
              </a:rPr>
              <a:t>证件照-gpt</a:t>
            </a:r>
          </a:p>
        </p:txBody>
      </p:sp>
      <p:pic>
        <p:nvPicPr>
          <p:cNvPr id="3" name="Picture 2" descr="a_clean_studio_style_portrait_id_photo_with_a_p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502" y="932688"/>
            <a:ext cx="4558994" cy="5696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